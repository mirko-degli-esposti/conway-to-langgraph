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CONWAY'S GAME OF LIFE  ·  STATISTICAL MECHANICS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Flammenkamp's Constant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Self-organization, attractors, and the limits of proof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114800" cy="228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asymptotic density of live cells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random GoL soup?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0" y="2148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2.87115 %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0" y="28803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constant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767328"/>
            <a:ext cx="2651760" cy="80467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Achim Flammenkamp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407822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simulations, 1994–2004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3767328"/>
            <a:ext cx="2651760" cy="80467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Turing-complete system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29000" y="407822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 computes anything a UTM can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3767328"/>
            <a:ext cx="2651760" cy="80467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analytic proof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407822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undecidability is the hard barrier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Conway to LangGraph  ·  University of Bologna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   |   </a:t>
            </a:r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FLAMMENKAMP'S CONSTANT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Soups Converge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13816"/>
            <a:ext cx="8412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05840"/>
            <a:ext cx="274320" cy="530352"/>
          </a:xfrm>
          <a:prstGeom prst="rect">
            <a:avLst/>
          </a:prstGeom>
          <a:solidFill>
            <a:srgbClr val="E8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0584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9509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 soup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12070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alive with probability p₀ ∈ (0,1), independently. Maximum disorder, maximum entropy.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1901952"/>
            <a:ext cx="274320" cy="530352"/>
          </a:xfrm>
          <a:prstGeom prst="rect">
            <a:avLst/>
          </a:prstGeom>
          <a:solidFill>
            <a:srgbClr val="E8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01952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1847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Transient dynamics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" y="2103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clusters form, interact, annihilate. Gliders, still lifes and oscillators emerge from noise.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798064"/>
            <a:ext cx="274320" cy="530352"/>
          </a:xfrm>
          <a:prstGeom prst="rect">
            <a:avLst/>
          </a:prstGeom>
          <a:solidFill>
            <a:srgbClr val="E8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79806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2743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Quiescent state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4672" y="29992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 settles into isolated stable objects (ash). No further global evolution is possible.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3694176"/>
            <a:ext cx="274320" cy="530352"/>
          </a:xfrm>
          <a:prstGeom prst="rect">
            <a:avLst/>
          </a:prstGeom>
          <a:solidFill>
            <a:srgbClr val="E8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694176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3639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Attractor density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4672" y="389534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p₀ (over a wide range), the final live-cell density converges to the same value.</a:t>
            </a:r>
            <a:endParaRPr lang="en-US" sz="10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914400"/>
            <a:ext cx="3840480" cy="34930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7492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ρ(t) from three initial conditions → Flammenkamp attractor.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model: ρ(t) ≈ ρ∞ + (ρ₀ − ρ∞) e^{−t/τ}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Conway to LangGraph  ·  University of Bologna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   |   </a:t>
            </a:r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SOUP CONVERGENCE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CONSTANT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ρ∞  =  2.87115 %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8412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2514600" cy="3611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15568"/>
            <a:ext cx="24780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2.87115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84048" y="1938528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94360" y="2404872"/>
            <a:ext cx="2011680" cy="1371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23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1/e  (e = 2.718...)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10⁸ random soups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 up to 10⁴ × 10⁴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950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Flammenkamp, 1994–2004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90672" y="987552"/>
            <a:ext cx="5687568" cy="1115568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90672" y="987552"/>
            <a:ext cx="54864" cy="11155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0789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Universal attractor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46120" y="133502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ρ∞ is independent of p₀ for a wide range (~0.10 &lt; p₀ &lt; 0.90). This is the signature of a thermodynamic fixed point.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46120" y="17739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∀ p₀ ∈ (0.1, 0.9) :  ρ(t→∞) → ρ∞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90672" y="2203704"/>
            <a:ext cx="5687568" cy="1115568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90672" y="2203704"/>
            <a:ext cx="54864" cy="11155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29514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Exponential relaxation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46120" y="255117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relaxes exponentially to ρ∞ with time-scale τ_L ~ L^z,   z = 1.66 ± 0.05   (Bagnoli et al., 1993).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46120" y="29900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ρ(t) ≈ ρ∞ + (ρ₀ − ρ∞) e^{−t/τ_L}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90672" y="3419856"/>
            <a:ext cx="5687568" cy="1115568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90672" y="3419856"/>
            <a:ext cx="54864" cy="11155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51129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 correlations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46120" y="376732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length ξ(t) ~ t^{1/z} before saturation. Cells are NOT independent — mean-field fails quantitatively.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46120" y="42062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ξ(t) ~ t^{1/z},    z ≈ 1.66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Conway to LangGraph  ·  University of Bologna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   |   </a:t>
            </a:r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THE NUMBER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MEAN-FIELD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Mean-Field Fails Here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13816"/>
            <a:ext cx="8412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Mean-field approximation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cells are independent:  P(alive) = ρ(t).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rule: dead cell with exactly 3 live neighbors.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77393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P(birth) = C(8,3)·ρ³(1−ρ)⁵  =  56ρ³(1−ρ)⁵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Survival: live cell with 2 or 3 live neighbors.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34086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P(survive) = C(8,2)ρ²(1−ρ)⁶ + 56ρ³(1−ρ)⁵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62432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point:  ρ* = P(birth) + ρ·P(survive) − 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90779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 prediction: ρ* ≈ 5–8%  (depends on p₀)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28416"/>
            <a:ext cx="443484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28416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 predicts ~5–8%   </a:t>
            </a:r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vs.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Flammenkamp 2.87%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868680"/>
            <a:ext cx="3931920" cy="2697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937760" y="35844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Asymptotic density vs. p₀. MF overestimates ρ∞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ignores spatial correlations and cluster structure.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37760" y="40233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mean-field ignores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37760" y="42976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clusters: still lifes and oscillators are highly correlated structures.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937760" y="45262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extend over ξ(t) ~ t^{0.6}: cells are far from independent.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937760" y="47548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 objects are large, sparse and stable — not capturable by local ρ alone.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Conway to LangGraph  ·  University of Bologna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   |   </a:t>
            </a:r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MEAN-FIELD vs REALITY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 Analytic Proof Exists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13816"/>
            <a:ext cx="8412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50976"/>
            <a:ext cx="8412480" cy="82296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1556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0976" y="1042416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 is Turing-complete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50976" y="1335024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computable function can be encoded as a GoL initial configuration. Gliders act as wires; collisions implement logic gates (AND, OR, NOT).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" y="17647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11096"/>
            <a:ext cx="8412480" cy="82296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07568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0976" y="2002536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Turing-completeness ⟹ Halting Problem applies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50976" y="2295144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Turing-complete system, there is no general algorithm to determine whether a given computation terminates. Rice's theorem generalizes this.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" y="27249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871216"/>
            <a:ext cx="8412480" cy="82296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03580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0976" y="2962656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Long-term behavior is undecidable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50976" y="3255264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pattern P, it is formally undecidable whether P will ever stabilize, or which attractor it will reach. Proved as a corollary of the Halting Problem.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" y="3685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831336"/>
            <a:ext cx="8412480" cy="82296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99592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0976" y="3922776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ρ∞ cannot be derived analytically — the barrier is fundamental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50976" y="4215384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ρ∞ would require predicting the fate of every configuration — equivalent to solving the Halting Problem. This is not a gap in technique; it is a formal impossibility.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Conway to LangGraph  ·  University of Bologna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   |   </a:t>
            </a:r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UNDECIDABILITY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PHYSICS READING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Flammenkamp's Constant as a Physical Object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13816"/>
            <a:ext cx="8412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50976"/>
            <a:ext cx="2697480" cy="1481328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50976"/>
            <a:ext cx="50292" cy="148132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24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Fixed-point attractor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3776" y="12435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mechanics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3776" y="140817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ρ∞ is a fixed point of the density map T: ρ↦T(ρ). The system flows toward it from any initial condition, like a thermodynamic equilibrium state.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3776" y="21214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T(ρ∞) = ρ∞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46120" y="950976"/>
            <a:ext cx="2697480" cy="1481328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950976"/>
            <a:ext cx="50292" cy="148132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1024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parameter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74136" y="12435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transitions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74136" y="140817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ρ(t) plays the role of an order parameter. GoL undergoes an order–disorder transition from soup to ash. ρ∞ is the equilibrium value of the absorbing state.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74136" y="21214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 = ρ∞  (absorbing state)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26480" y="950976"/>
            <a:ext cx="2697480" cy="1481328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950976"/>
            <a:ext cx="50292" cy="148132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1024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Renormalization group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54496" y="12435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 flow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54496" y="140817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Mean-field is the zeroth-order RG approximation. ρ∞ is the true fixed point of the full RG flow; MF truncation gives the wrong answer because correlations are relevant.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54496" y="21214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ρ*_MF ≈ 5–8%  ≠  ρ∞ = 2.87%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578608"/>
            <a:ext cx="2697480" cy="1481328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578608"/>
            <a:ext cx="50292" cy="1481328"/>
          </a:xfrm>
          <a:prstGeom prst="rect">
            <a:avLst/>
          </a:prstGeom>
          <a:solidFill>
            <a:srgbClr val="88888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26517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Self-organized criticality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" y="28712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BTW sandpile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3776" y="30358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Bak–Tang–Wiesenfeld sandpile, GoL self-organizes to a critical state without tuning a control parameter. ρ∞ is the critical density of the absorbing-state transition.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3776" y="3749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tuning parameter → ρ∞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46120" y="2578608"/>
            <a:ext cx="2697480" cy="1481328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46120" y="2578608"/>
            <a:ext cx="50292" cy="1481328"/>
          </a:xfrm>
          <a:prstGeom prst="rect">
            <a:avLst/>
          </a:prstGeom>
          <a:solidFill>
            <a:srgbClr val="88888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74136" y="26517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Finite-size scaling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74136" y="28712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systems near Tc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74136" y="30358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τ_L ~ L^{1.66} is the relaxation timescale. This power-law FSS is structurally identical to spin models near their critical temperature.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74136" y="3749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τ_L ∝ L^z,   z = 1.66 ± 0.05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26480" y="2578608"/>
            <a:ext cx="2697480" cy="1481328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2578608"/>
            <a:ext cx="50292" cy="1481328"/>
          </a:xfrm>
          <a:prstGeom prst="rect">
            <a:avLst/>
          </a:prstGeom>
          <a:solidFill>
            <a:srgbClr val="88888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26517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Undecidability as phase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54496" y="28712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of chaos (Wolfram Class IV)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54496" y="30358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IV CAs live at the boundary of order and chaos. GoL is Class IV: its long-term behavior is undecidable. ρ∞ exists and is measurable, but is not derivable — like Chaitin's Ω.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54496" y="3749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IV  ↔  undecidable long-run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4315968"/>
            <a:ext cx="841248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31596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ρ∞ = 2.87115% is an empirical constant like α or G — its existence is clear, its value is measured, but its derivation lies beyond current mathematics.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Conway to LangGraph  ·  University of Bologna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   |   </a:t>
            </a:r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PHYSICS READING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Flammenkamp's Constant</dc:title>
  <dc:subject>PptxGenJS Presentation</dc:subject>
  <dc:creator>Mirko Degli Esposti</dc:creator>
  <cp:lastModifiedBy>Mirko Degli Esposti</cp:lastModifiedBy>
  <cp:revision>1</cp:revision>
  <dcterms:created xsi:type="dcterms:W3CDTF">2026-03-08T21:41:13Z</dcterms:created>
  <dcterms:modified xsi:type="dcterms:W3CDTF">2026-03-08T21:41:13Z</dcterms:modified>
</cp:coreProperties>
</file>